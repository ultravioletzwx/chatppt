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5340" autoAdjust="0"/>
  </p:normalViewPr>
  <p:slideViewPr>
    <p:cSldViewPr snapToGrid="0" snapToObjects="1" showGuides="1">
      <p:cViewPr varScale="1">
        <p:scale>
          <a:sx n="86" d="100"/>
          <a:sy n="86" d="100"/>
        </p:scale>
        <p:origin x="68" y="4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cp:lastModifiedBy>e58091</cp:lastModifiedBy>
  <cp:revision>13</cp:revision>
  <dcterms:created xsi:type="dcterms:W3CDTF">2024-01-05T14:58:10Z</dcterms:created>
  <dcterms:modified xsi:type="dcterms:W3CDTF">2025-01-15T04:17:38Z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